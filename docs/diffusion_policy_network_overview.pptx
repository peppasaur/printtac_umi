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network_overview.sv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ffusion polic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ffusion policy network over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17324D"/>
      </a:dk2>
      <a:lt2>
        <a:srgbClr val="F8FAFC"/>
      </a:lt2>
      <a:accent1>
        <a:srgbClr val="1F78B4"/>
      </a:accent1>
      <a:accent2>
        <a:srgbClr val="6C5CE7"/>
      </a:accent2>
      <a:accent3>
        <a:srgbClr val="2E8B57"/>
      </a:accent3>
      <a:accent4>
        <a:srgbClr val="D97706"/>
      </a:accent4>
      <a:accent5>
        <a:srgbClr val="C0392B"/>
      </a:accent5>
      <a:accent6>
        <a:srgbClr val="1B9AAA"/>
      </a:accent6>
      <a:hlink>
        <a:srgbClr val="1F78B4"/>
      </a:hlink>
      <a:folHlink>
        <a:srgbClr val="6C5CE7"/>
      </a:folHlink>
    </a:clrScheme>
    <a:fontScheme name="Arial">
      <a:majorFont>
        <a:latin typeface="Arial"/>
      </a:majorFont>
      <a:minorFont>
        <a:latin typeface="Arial"/>
      </a:minorFont>
    </a:fontScheme>
    <a:fmtScheme name="Paper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Reactive Diffusion Policy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First-frame visual-tactile diffusion policy</dc:title>
  <dc:creator>Reactive Diffusion Policy</dc:creator>
  <dc:description>Paper-ready network overview</dc:description>
</cp:coreProperties>
</file>